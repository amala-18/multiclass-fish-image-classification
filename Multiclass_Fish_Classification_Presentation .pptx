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-14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669" y="1973319"/>
            <a:ext cx="7772400" cy="1829761"/>
          </a:xfrm>
        </p:spPr>
        <p:txBody>
          <a:bodyPr>
            <a:normAutofit/>
          </a:bodyPr>
          <a:lstStyle/>
          <a:p>
            <a:r>
              <a:rPr sz="5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Multiclass Fish Image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Classify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fish images into multiple categories.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Train a CNN model from scratch.</a:t>
            </a:r>
          </a:p>
          <a:p>
            <a:pPr>
              <a:buNone/>
            </a:pPr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transfer learning with pre-trained models.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trained models for later use.</a:t>
            </a:r>
          </a:p>
          <a:p>
            <a:pPr>
              <a:buNone/>
            </a:pPr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Deploy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a Streamlit app for prediction from user-uploaded images.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Build an efficient image classification system.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Compare custom CNN and transfer learning models.</a:t>
            </a:r>
          </a:p>
          <a:p>
            <a:pPr>
              <a:buNone/>
            </a:pPr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Achieve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high accuracy and generalization.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Provide a user-friendly prediction interface.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smtClean="0"/>
              <a:t> </a:t>
            </a:r>
            <a:r>
              <a:rPr sz="2800">
                <a:latin typeface="Times New Roman" pitchFamily="18" charset="0"/>
                <a:cs typeface="Times New Roman" pitchFamily="18" charset="0"/>
              </a:rPr>
              <a:t>Data preprocessing and augmentation.</a:t>
            </a:r>
          </a:p>
          <a:p>
            <a:r>
              <a:rPr sz="2800" smtClean="0">
                <a:latin typeface="Times New Roman" pitchFamily="18" charset="0"/>
                <a:cs typeface="Times New Roman" pitchFamily="18" charset="0"/>
              </a:rPr>
              <a:t>Training </a:t>
            </a:r>
            <a:r>
              <a:rPr sz="2800">
                <a:latin typeface="Times New Roman" pitchFamily="18" charset="0"/>
                <a:cs typeface="Times New Roman" pitchFamily="18" charset="0"/>
              </a:rPr>
              <a:t>CNN from scratch</a:t>
            </a:r>
            <a:r>
              <a:rPr sz="28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Experiment with five pre-trained models (e.g., VGG16, ResNet50, Mobile Net, InceptionV3, EfficientNetB0).</a:t>
            </a:r>
          </a:p>
          <a:p>
            <a:r>
              <a:rPr sz="2800" smtClean="0">
                <a:latin typeface="Times New Roman" pitchFamily="18" charset="0"/>
                <a:cs typeface="Times New Roman" pitchFamily="18" charset="0"/>
              </a:rPr>
              <a:t>Fine‑tuning </a:t>
            </a:r>
            <a:r>
              <a:rPr sz="2800">
                <a:latin typeface="Times New Roman" pitchFamily="18" charset="0"/>
                <a:cs typeface="Times New Roman" pitchFamily="18" charset="0"/>
              </a:rPr>
              <a:t>transfer learning models.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Compare metrics such as accuracy, precision, recall, F1-score, and confusion matrix across all models.</a:t>
            </a:r>
          </a:p>
          <a:p>
            <a:r>
              <a:rPr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>
                <a:latin typeface="Times New Roman" pitchFamily="18" charset="0"/>
                <a:cs typeface="Times New Roman" pitchFamily="18" charset="0"/>
              </a:rPr>
              <a:t>Saving models and deploying with Streamlit.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Python (Pandas, NumPy,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Tensorflow and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Matplotlib)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Streamlit for interactive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dashboard.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For training, evaluation, and deployment -Experiment with five pre-trained models (e.g., VGG16, ResNet50, MobileNet, InceptionV3, EfficientNetB0).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Tools and Technologies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mtClean="0"/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User uploads an image through the UI.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Model loads the saved weights.</a:t>
            </a:r>
          </a:p>
          <a:p>
            <a:pPr>
              <a:buNone/>
            </a:pPr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Predicted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fish category and probability displayed</a:t>
            </a:r>
            <a:r>
              <a:rPr sz="320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Provide model confidence scores for each model.</a:t>
            </a:r>
            <a:endParaRPr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Streamlit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674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90404"/>
            <a:ext cx="8229600" cy="626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72966" y="945931"/>
            <a:ext cx="8292661" cy="4918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Determine the best model architecture for fish image classification.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Evaluate and compare metrics across models to select the most suitable approach for the task.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2966"/>
            <a:ext cx="8229600" cy="5653198"/>
          </a:xfrm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                             </a:t>
            </a:r>
          </a:p>
          <a:p>
            <a:pPr>
              <a:buNone/>
            </a:pPr>
            <a:r>
              <a:rPr lang="en-IN" dirty="0" smtClean="0"/>
              <a:t>                        </a:t>
            </a:r>
            <a:r>
              <a:rPr lang="en-IN" sz="4400" dirty="0" smtClean="0"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88</TotalTime>
  <Words>254</Words>
  <Application>Microsoft Macintosh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Multiclass Fish Image Classification</vt:lpstr>
      <vt:lpstr>Problem Statement</vt:lpstr>
      <vt:lpstr>Project Objectives</vt:lpstr>
      <vt:lpstr>Methodology</vt:lpstr>
      <vt:lpstr>Tools and Technologies</vt:lpstr>
      <vt:lpstr>Streamlit Deployment</vt:lpstr>
      <vt:lpstr>Slide 7</vt:lpstr>
      <vt:lpstr>Slide 8</vt:lpstr>
      <vt:lpstr>Conclusion</vt:lpstr>
      <vt:lpstr>Slide 10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Multiclass Fish Image Classification</dc:title>
  <dc:creator>Sri Advikam</dc:creator>
  <dc:description>generated using python-pptx</dc:description>
  <cp:lastModifiedBy>Sri Advikam</cp:lastModifiedBy>
  <cp:revision>19</cp:revision>
  <dcterms:created xsi:type="dcterms:W3CDTF">2013-01-27T09:14:16Z</dcterms:created>
  <dcterms:modified xsi:type="dcterms:W3CDTF">2025-11-15T16:03:04Z</dcterms:modified>
</cp:coreProperties>
</file>